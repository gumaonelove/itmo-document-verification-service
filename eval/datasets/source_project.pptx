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План проекта «Маяк»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Краткий обзор ключевых вех проекта.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Старт проекта: 1 марта 2025 года.</a:t>
            </a:r>
          </a:p>
          <a:p>
            <a:r>
              <a:t>Дата запуска в эксплуатацию: 15 сентября 2025 года.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Команда и бюджет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Руководитель проекта: Анна Воробьёва.</a:t>
            </a:r>
          </a:p>
          <a:p>
            <a:r>
              <a:t>Утверждённый бюджет проекта: 12 миллионов рублей.</a:t>
            </a:r>
          </a:p>
          <a:p>
            <a:r>
              <a:t>Бюджет проекта согласован и не превышен.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