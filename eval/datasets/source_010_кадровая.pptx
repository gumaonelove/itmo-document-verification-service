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 «старт проекта» назначен на 14 февраля 2025 года.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 «приёмка работ» назначен на 27 сентября 2025 года.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Статус аудита расходов: согласовано.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 «поставка оборудования» назначен на 21 февраля 2025 года.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«монтажные работы» составляет 135 тысяч рублей.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Ведущим аналитиком назначен Павел Кузнецов.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Статус ввода данных в систему: согласовано.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«доставка» составляет 220 тысяч рублей.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«лицензии» составляет 617 тысяч рублей.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