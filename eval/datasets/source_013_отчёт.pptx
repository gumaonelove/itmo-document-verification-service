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«лицензии» составляет 221 тысяч рублей.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«ввод в эксплуатацию» назначен на 27 сентября 2025 года.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«операционные расходы» за 2024 год составил 290 единиц.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«приёмка работ» назначен на 4 октября 2025 года.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«фонд оплаты труда» составил 15 процентов.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Начальником отдела закупок назначен Игорь Смирнов.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Менеджером проекта назначен Олег Соколов.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«пусконаладка» составляет 531 тысяч рублей.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487 тысяч рублей.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