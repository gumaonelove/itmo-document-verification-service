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«лицензии» составляет 221 тысяч рублей.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«ввод в эксплуатацию» назначен на 27 сентября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«операционные расходы» за 2024 год составил 290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 «приёмка работ» назначен на 5 марта 2025 года.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«фонд оплаты труда» составил 26 процентов.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Начальником отдела закупок назначен Юлия Седова.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Менеджером проекта назначен Наталья Гусева.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«пусконаладка» составляет 531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«пусконаладка» составляет 871 тысяч рублей.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487 тысяч рублей.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663 тысяч рублей.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«прочее: затраты на материалы» за 2024 год составил 957 единиц.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