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«поставка оборудования» назначен на 24 июня 2025 года.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Ведущим аналитиком назначен Олег Соколов.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«затраты на материалы» за 2024 год составил 385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«дебиторская задолженность» за 2024 год составил 1169 единиц.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«пусконаладка» составляет 539 тысяч рублей.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приёмки партии: отклонено.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Ответственным исполнителем назначен Наталья Гусева.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«монтажные работы» составляет 641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«монтажные работы» составляет 965 тысяч рублей.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430 тысяч рублей.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700 тысяч рублей.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«прочее: чистая прибыль» за 2024 год составил 911 единиц.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