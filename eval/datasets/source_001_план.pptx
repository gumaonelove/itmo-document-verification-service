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Статус согласования сметы: согласовано.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Срок «завершение этапа» назначен на 21 октября 2025 года.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Рост показателя «объём инвестиций» составил 18 процентов.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Показатель «затраты на материалы» за 2024 год составил 272 единиц.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Старшим экономистом назначен Анна Воробьёва.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