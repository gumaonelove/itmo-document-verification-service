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«затраты на материалы» составил 33 процентов.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«выручка» составил 47 процентов.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«операционные расходы» за 2024 год составил 892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«фонд оплаты труда» за 2024 год составил 150 единиц.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«чистая прибыль» составил 7 процентов.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Ответственным за приёмку назначен Олег Соколов.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Начальником отдела закупок назначен Дмитрий Орлов.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120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«оборудование» составляет 244 тысяч рублей.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