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«старт проекта» назначен на 14 февраля 2025 года.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«приёмка работ» назначен на 27 сентября 2025 года.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Статус аудита расходов: согласовано.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«поставка оборудования» назначен на 22 июля 2025 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«монтажные работы» составляет 315 тысяч рублей.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Ведущим аналитиком назначен Сергей Поляков.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Статус ввода данных в систему: отклонено.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220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583 тысяч рублей.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«лицензии» составляет 617 тысяч рублей.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«лицензии» составляет 971 тысяч рублей.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«прочее: дебиторская задолженность» за 2024 год составил 255 единиц.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