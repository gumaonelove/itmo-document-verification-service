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Срок «поставка оборудования» назначен на 24 июня 2025 года.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Ведущим аналитиком назначен Олег Соколов.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Показатель «затраты на материалы» за 2024 год составил 385 единиц.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Показатель «дебиторская задолженность» за 2024 год составил 918 единиц.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Стоимость по статье «пусконаладка» составляет 440 тысяч рублей.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Статус приёмки партии: согласовано.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Ответственным исполнителем назначен Олег Соколов.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Стоимость по статье «монтажные работы» составляет 641 тысяч рублей.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Стоимость по статье «доставка» составляет 430 тысяч рублей.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