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Рост показателя «затраты на материалы» составил 33 процентов.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Рост показателя «выручка» составил 47 процентов.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«операционные расходы» за 2024 год составил 892 единиц.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«фонд оплаты труда» за 2024 год составил 446 единиц.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Рост показателя «чистая прибыль» составил 47 процентов.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Ответственным за приёмку назначен Сергей Поляков.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Начальником отдела закупок назначен Юлия Седова.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120 тысяч рублей.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«доставка» составляет 382 тысяч рублей.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«оборудование» составляет 244 тысяч рублей.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Стоимость по статье «оборудование» составляет 343 тысяч рублей.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Показатель «прочее: объём инвестиций» за 2024 год составил 714 единиц.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